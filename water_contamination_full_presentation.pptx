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Water Contamination Risk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Hybrid Scientific + Machine Learning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Groundwater contamination in Tunisia is increasing due to:</a:t>
            </a:r>
          </a:p>
          <a:p>
            <a:r>
              <a:t>- Excessive use of chemical fertilizers</a:t>
            </a:r>
          </a:p>
          <a:p>
            <a:r>
              <a:t>- Nitrate infiltration</a:t>
            </a:r>
          </a:p>
          <a:p>
            <a:r>
              <a:t>- Microbial pollution</a:t>
            </a:r>
          </a:p>
          <a:p/>
          <a:p>
            <a:r>
              <a:t>Goal:</a:t>
            </a:r>
          </a:p>
          <a:p>
            <a:r>
              <a:t>Predict whether water is SAFE or HIGH RISK using data science.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water quality data</a:t>
            </a:r>
          </a:p>
          <a:p>
            <a:r>
              <a:t>- Detect contamination risk</a:t>
            </a:r>
          </a:p>
          <a:p>
            <a:r>
              <a:t>- Build a predictive ML model</a:t>
            </a:r>
          </a:p>
          <a:p>
            <a:r>
              <a:t>- Create a scientific scoring system</a:t>
            </a:r>
          </a:p>
          <a:p>
            <a:r>
              <a:t>- Develop an 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Groundwater Nitrate Dataset (Results.csv)</a:t>
            </a:r>
          </a:p>
          <a:p>
            <a:r>
              <a:t>- Water Potability Dataset</a:t>
            </a:r>
          </a:p>
          <a:p>
            <a:r>
              <a:t>- Water Quality Dataset</a:t>
            </a:r>
          </a:p>
          <a:p/>
          <a:p>
            <a:r>
              <a:t>Each dataset contains chemical, physical, and biological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datasets were merged into a unified dataset.</a:t>
            </a:r>
          </a:p>
          <a:p/>
          <a:p>
            <a:r>
              <a:t>Steps:</a:t>
            </a:r>
          </a:p>
          <a:p>
            <a:r>
              <a:t>- Align features</a:t>
            </a:r>
          </a:p>
          <a:p>
            <a:r>
              <a:t>- Select numeric attributes</a:t>
            </a:r>
          </a:p>
          <a:p>
            <a:r>
              <a:t>- Concatenate datasets</a:t>
            </a:r>
          </a:p>
          <a:p/>
          <a:p>
            <a:r>
              <a:t>Result:</a:t>
            </a:r>
          </a:p>
          <a:p>
            <a:r>
              <a:t>One fused dataset for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duplicates</a:t>
            </a:r>
          </a:p>
          <a:p>
            <a:r>
              <a:t>- Handled missing values (mean imputation)</a:t>
            </a:r>
          </a:p>
          <a:p>
            <a:r>
              <a:t>- Standardized column names</a:t>
            </a:r>
          </a:p>
          <a:p>
            <a:r>
              <a:t>- Selected relevant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Visualizations used:</a:t>
            </a:r>
          </a:p>
          <a:p>
            <a:r>
              <a:t>- Histograms → distribution of features</a:t>
            </a:r>
          </a:p>
          <a:p>
            <a:r>
              <a:t>- KDE plots → density analysis</a:t>
            </a:r>
          </a:p>
          <a:p>
            <a:r>
              <a:t>- Pairplots → relationships between variables</a:t>
            </a:r>
          </a:p>
          <a:p>
            <a:r>
              <a:t>- Violin plots → feature impact on risk</a:t>
            </a:r>
          </a:p>
          <a:p/>
          <a:p>
            <a:r>
              <a:t>Goal:</a:t>
            </a:r>
          </a:p>
          <a:p>
            <a:r>
              <a:t>Understand patterns and anomalies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Nitrate strongly influences contamination</a:t>
            </a:r>
          </a:p>
          <a:p>
            <a:r>
              <a:t>- Bacterial indicators (coliform) are critical</a:t>
            </a:r>
          </a:p>
          <a:p>
            <a:r>
              <a:t>- Conductivity reflects dissolved pollutants</a:t>
            </a:r>
          </a:p>
          <a:p>
            <a:r>
              <a:t>- Data contains many outliers → real-world variability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Outliers detected using:</a:t>
            </a:r>
          </a:p>
          <a:p>
            <a:r>
              <a:t>- Boxplots</a:t>
            </a:r>
          </a:p>
          <a:p>
            <a:r>
              <a:t>- IQR method</a:t>
            </a:r>
          </a:p>
          <a:p/>
          <a:p>
            <a:r>
              <a:t>Observation:</a:t>
            </a:r>
          </a:p>
          <a:p>
            <a:r>
              <a:t>Outliers were NOT removed because they represent</a:t>
            </a:r>
          </a:p>
          <a:p>
            <a:r>
              <a:t>real environmental extremes.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a contamination score using:</a:t>
            </a:r>
          </a:p>
          <a:p/>
          <a:p>
            <a:r>
              <a:t>- Nitrate</a:t>
            </a:r>
          </a:p>
          <a:p>
            <a:r>
              <a:t>- Conductivity</a:t>
            </a:r>
          </a:p>
          <a:p>
            <a:r>
              <a:t>- WQI</a:t>
            </a:r>
          </a:p>
          <a:p>
            <a:r>
              <a:t>- Coliform bacteria</a:t>
            </a:r>
          </a:p>
          <a:p>
            <a:r>
              <a:t>- Turbidity</a:t>
            </a:r>
          </a:p>
          <a:p>
            <a:r>
              <a:t>- Chloramines</a:t>
            </a:r>
          </a:p>
          <a:p/>
          <a:p>
            <a:r>
              <a:t>Normalized and combined into a global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Risk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using only ML:</a:t>
            </a:r>
          </a:p>
          <a:p/>
          <a:p>
            <a:r>
              <a:t>WHO standards were used:</a:t>
            </a:r>
          </a:p>
          <a:p>
            <a:r>
              <a:t>- Nitrate &gt; 50 mg/L → unsafe</a:t>
            </a:r>
          </a:p>
          <a:p>
            <a:r>
              <a:t>- pH outside 6.5–8.5 → unsafe</a:t>
            </a:r>
          </a:p>
          <a:p>
            <a:r>
              <a:t>- Coliform presence → unsafe</a:t>
            </a:r>
          </a:p>
          <a:p/>
          <a:p>
            <a:r>
              <a:t>A rule-based scoring system improves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label created using:</a:t>
            </a:r>
          </a:p>
          <a:p/>
          <a:p>
            <a:r>
              <a:t>contamination_score &gt; threshold → HIGH RISK</a:t>
            </a:r>
          </a:p>
          <a:p>
            <a:r>
              <a:t>otherwise → SAFE</a:t>
            </a:r>
          </a:p>
          <a:p/>
          <a:p>
            <a:r>
              <a:t>This ensures balanced classification.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- Random Forest</a:t>
            </a:r>
          </a:p>
          <a:p>
            <a:r>
              <a:t>- Logistic Regression</a:t>
            </a:r>
          </a:p>
          <a:p>
            <a:r>
              <a:t>- Decision Tree</a:t>
            </a:r>
          </a:p>
          <a:p/>
          <a:p>
            <a:r>
              <a:t>Goal:</a:t>
            </a:r>
          </a:p>
          <a:p>
            <a:r>
              <a:t>Compare performance and select best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- Accuracy</a:t>
            </a:r>
          </a:p>
          <a:p>
            <a:r>
              <a:t>- Confusion Matrix</a:t>
            </a:r>
          </a:p>
          <a:p>
            <a:r>
              <a:t>- ROC Curve (AUC)</a:t>
            </a:r>
          </a:p>
          <a:p>
            <a:r>
              <a:t>- Classification Report</a:t>
            </a:r>
          </a:p>
          <a:p/>
          <a:p>
            <a:r>
              <a:t>Random Forest showed best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selected because:</a:t>
            </a:r>
          </a:p>
          <a:p>
            <a:r>
              <a:t>- High accuracy</a:t>
            </a:r>
          </a:p>
          <a:p>
            <a:r>
              <a:t>- Handles non-linear relationships</a:t>
            </a:r>
          </a:p>
          <a:p>
            <a:r>
              <a:t>- Robust to noise and outliers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Compared:</a:t>
            </a:r>
          </a:p>
          <a:p>
            <a:r>
              <a:t>- Train accuracy</a:t>
            </a:r>
          </a:p>
          <a:p>
            <a:r>
              <a:t>- Test accuracy</a:t>
            </a:r>
          </a:p>
          <a:p/>
          <a:p>
            <a:r>
              <a:t>Result:</a:t>
            </a:r>
          </a:p>
          <a:p>
            <a:r>
              <a:t>Model generalizes well with minimal overfitting.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important variables:</a:t>
            </a:r>
          </a:p>
          <a:p>
            <a:r>
              <a:t>- Nitrate</a:t>
            </a:r>
          </a:p>
          <a:p>
            <a:r>
              <a:t>- Coliform bacteria</a:t>
            </a:r>
          </a:p>
          <a:p>
            <a:r>
              <a:t>- Conductivity</a:t>
            </a:r>
          </a:p>
          <a:p>
            <a:r>
              <a:t>- WQI</a:t>
            </a:r>
          </a:p>
          <a:p/>
          <a:p>
            <a:r>
              <a:t>These directly impact water safety.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Simulated contamination scenarios by:</a:t>
            </a:r>
          </a:p>
          <a:p>
            <a:r>
              <a:t>- Increasing nitrate levels</a:t>
            </a:r>
          </a:p>
          <a:p>
            <a:r>
              <a:t>- Observing model predictions</a:t>
            </a:r>
          </a:p>
          <a:p/>
          <a:p>
            <a:r>
              <a:t>Result:</a:t>
            </a:r>
          </a:p>
          <a:p>
            <a:r>
              <a:t>Risk increases with pollution levels.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- User input simulation</a:t>
            </a:r>
          </a:p>
          <a:p>
            <a:r>
              <a:t>- Real-time prediction</a:t>
            </a:r>
          </a:p>
          <a:p>
            <a:r>
              <a:t>- Scientific + ML analysis</a:t>
            </a:r>
          </a:p>
          <a:p>
            <a:r>
              <a:t>- Visual feedback</a:t>
            </a:r>
          </a:p>
          <a:p/>
          <a:p>
            <a:r>
              <a:t>Simulates IoT-based monitoring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System:</a:t>
            </a:r>
          </a:p>
          <a:p>
            <a:r>
              <a:t>1. Scientific rule-based analysis</a:t>
            </a:r>
          </a:p>
          <a:p>
            <a:r>
              <a:t>2. Machine learning prediction</a:t>
            </a:r>
          </a:p>
          <a:p/>
          <a:p>
            <a:r>
              <a:t>This ensures:</a:t>
            </a:r>
          </a:p>
          <a:p>
            <a:r>
              <a:t>- Explainability</a:t>
            </a:r>
          </a:p>
          <a:p>
            <a:r>
              <a:t>- Accuracy</a:t>
            </a:r>
          </a:p>
          <a:p>
            <a:r>
              <a:t>- Real-world applicability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Limited real-time data</a:t>
            </a:r>
          </a:p>
          <a:p>
            <a:r>
              <a:t>- Synthetic feature assumptions</a:t>
            </a:r>
          </a:p>
          <a:p>
            <a:r>
              <a:t>- Dataset inconsistencies</a:t>
            </a:r>
          </a:p>
          <a:p>
            <a:r>
              <a:t>- No live IoT integration yet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Integrate IoT sensors</a:t>
            </a:r>
          </a:p>
          <a:p>
            <a:r>
              <a:t>- Use real-time environmental data</a:t>
            </a:r>
          </a:p>
          <a:p>
            <a:r>
              <a:t>- Add weather API</a:t>
            </a:r>
          </a:p>
          <a:p>
            <a:r>
              <a:t>- Deploy on cloud</a:t>
            </a:r>
          </a:p>
          <a:p>
            <a:r>
              <a:t>- Build mobile application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AI + environmental science</a:t>
            </a:r>
          </a:p>
          <a:p>
            <a:r>
              <a:t>can help monitor water contamination.</a:t>
            </a:r>
          </a:p>
          <a:p/>
          <a:p>
            <a:r>
              <a:t>The system is:</a:t>
            </a:r>
          </a:p>
          <a:p>
            <a:r>
              <a:t>- Scalable</a:t>
            </a:r>
          </a:p>
          <a:p>
            <a:r>
              <a:t>- Explainable</a:t>
            </a:r>
          </a:p>
          <a:p>
            <a:r>
              <a:t>- Suitable for real-world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